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257300" cy="581025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d27607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952500" cy="38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19641" y="1794570"/>
            <a:ext cx="390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619500" y="2708970"/>
            <a:ext cx="19050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797707" y="2975670"/>
            <a:ext cx="35485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Tagline Goes Here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21eea0a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14313"/>
            <a:ext cx="952500" cy="333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0554" y="2177355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3362574" y="3366046"/>
            <a:ext cx="24187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3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02aa2d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971550"/>
            <a:ext cx="409022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71500" y="1538734"/>
            <a:ext cx="81610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text-only content slide. It provides space for detailed explanations and descriptions.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500" y="1965424"/>
            <a:ext cx="81610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include multiple paragraphs to explain your key points clearly and effectively.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1500" y="2392114"/>
            <a:ext cx="81610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layout works well for narrative content or detailed explanations that need more space.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87dacb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971550"/>
            <a:ext cx="409022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 Layout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71500" y="1538734"/>
            <a:ext cx="3848100" cy="1485900"/>
          </a:xfrm>
          <a:prstGeom prst="roundRect">
            <a:avLst>
              <a:gd name="adj" fmla="val 512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100" y="1767334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" y="2110234"/>
            <a:ext cx="3458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for the left side. Perfect for comparisons or listing two distinct concepts side by side.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24400" y="1538734"/>
            <a:ext cx="3848100" cy="1485900"/>
          </a:xfrm>
          <a:prstGeom prst="roundRect">
            <a:avLst>
              <a:gd name="adj" fmla="val 512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53000" y="1767334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53000" y="2110234"/>
            <a:ext cx="34587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for the right side. This layout creates visual balance and makes information easy to scan.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10a62d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8310" y="971550"/>
            <a:ext cx="418738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Column Layout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76250" y="1538734"/>
            <a:ext cx="2578001" cy="1798141"/>
          </a:xfrm>
          <a:prstGeom prst="roundRect">
            <a:avLst>
              <a:gd name="adj" fmla="val 423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79500" y="1767334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27301" y="195976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3642" y="2453134"/>
            <a:ext cx="216321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Point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3642" y="2735014"/>
            <a:ext cx="21632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the first key point or feature.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82851" y="1538734"/>
            <a:ext cx="2578150" cy="1798141"/>
          </a:xfrm>
          <a:prstGeom prst="roundRect">
            <a:avLst>
              <a:gd name="adj" fmla="val 423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86101" y="1767334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33901" y="195976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90241" y="2453134"/>
            <a:ext cx="216336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Point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90241" y="2735014"/>
            <a:ext cx="216336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the second key point or feature.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89600" y="1538734"/>
            <a:ext cx="2578001" cy="1798141"/>
          </a:xfrm>
          <a:prstGeom prst="roundRect">
            <a:avLst>
              <a:gd name="adj" fmla="val 423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092851" y="1767334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340651" y="195976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96992" y="2453134"/>
            <a:ext cx="216321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96992" y="2735014"/>
            <a:ext cx="21632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the third key point or feature.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03f0be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309092"/>
            <a:ext cx="33518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and Text Layout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71500" y="1876276"/>
            <a:ext cx="392506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layout combines visual elements with descriptive text.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478137"/>
            <a:ext cx="392506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showcasing products, features, or visual concepts alongside explanatory content.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079998"/>
            <a:ext cx="392506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placeholder can be replaced with charts, diagrams, or photographs.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24400" y="971550"/>
            <a:ext cx="3848100" cy="3048000"/>
          </a:xfrm>
          <a:prstGeom prst="roundRect">
            <a:avLst>
              <a:gd name="adj" fmla="val 2500"/>
            </a:avLst>
          </a:prstGeom>
          <a:solidFill>
            <a:srgbClr val="ECF0F1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01171" y="2362200"/>
            <a:ext cx="1728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22ff53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971550"/>
            <a:ext cx="389591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62000" y="1614934"/>
            <a:ext cx="7620000" cy="2457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major point or benefit to highlight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important item that supports your message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key takeaway for your audience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supporting detail or feature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concluding point to reinforce the message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3bfa2e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34010" y="1769864"/>
            <a:ext cx="2759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6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80110" y="2341364"/>
            <a:ext cx="738378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2400"/>
              </a:spcAft>
              <a:buNone/>
            </a:pPr>
            <a:r>
              <a:rPr lang="en-US" sz="2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powerful quote or testimonial that emphasizes a key message or validates your presentation content.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914534" y="3537645"/>
            <a:ext cx="131493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Author Name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07022" y="3853755"/>
            <a:ext cx="9299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or Title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dd0eb4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0500"/>
            <a:ext cx="95250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887" y="971550"/>
            <a:ext cx="409022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030313" y="2834134"/>
            <a:ext cx="2257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[Chart/Graph Placeholder]</a:t>
            </a:r>
            <a:endParaRPr lang="en-US" sz="1500" dirty="0"/>
          </a:p>
        </p:txBody>
      </p:sp>
      <p:pic>
        <p:nvPicPr>
          <p:cNvPr id="6" name="Image 1" descr="/tmp/rasterized-gradient-49690e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001" y="1538734"/>
            <a:ext cx="2565499" cy="12762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5601" y="1805434"/>
            <a:ext cx="215046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6235601" y="2361605"/>
            <a:ext cx="2150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 1</a:t>
            </a:r>
            <a:endParaRPr lang="en-US" sz="1050" dirty="0"/>
          </a:p>
        </p:txBody>
      </p:sp>
      <p:pic>
        <p:nvPicPr>
          <p:cNvPr id="9" name="Image 2" descr="/tmp/rasterized-gradient-cced250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001" y="2967335"/>
            <a:ext cx="2565499" cy="12762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35601" y="3234035"/>
            <a:ext cx="215046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700" dirty="0"/>
          </a:p>
        </p:txBody>
      </p:sp>
      <p:sp>
        <p:nvSpPr>
          <p:cNvPr id="11" name="Text 6"/>
          <p:cNvSpPr/>
          <p:nvPr/>
        </p:nvSpPr>
        <p:spPr>
          <a:xfrm>
            <a:off x="6235601" y="3790206"/>
            <a:ext cx="2150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 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svg-e14752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601" y="938213"/>
            <a:ext cx="952500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6518" y="1766888"/>
            <a:ext cx="2730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24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619351" y="2605088"/>
            <a:ext cx="19050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06518" y="2986088"/>
            <a:ext cx="2730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contact@company.com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06518" y="3443288"/>
            <a:ext cx="2730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www.company.com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6518" y="3900488"/>
            <a:ext cx="2730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(555) 123-4567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Multi-Layout PowerPoint Template</dc:title>
  <dc:subject>PptxGenJS Presentation</dc:subject>
  <dc:creator>Template Creator</dc:creator>
  <cp:lastModifiedBy>Template Creator</cp:lastModifiedBy>
  <cp:revision>1</cp:revision>
  <dcterms:created xsi:type="dcterms:W3CDTF">2025-11-16T14:35:42Z</dcterms:created>
  <dcterms:modified xsi:type="dcterms:W3CDTF">2025-11-16T14:35:42Z</dcterms:modified>
</cp:coreProperties>
</file>